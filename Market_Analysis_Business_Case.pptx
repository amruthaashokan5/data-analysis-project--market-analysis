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3354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BUSINESS CASE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Retail Performance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Conversion, Social Engagement &amp; Customer Sentiment — powered by SQL, Python &amp; Power BI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91440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ShopEasy Sports  |  Data Analytics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5544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Sports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online sports &amp; fitness equipment retailer, is facing reduced customer engagement and conversion rates despite launching several new marketing campaigns. They need a detailed analysis to identify where their marketing strategy is breaking down.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01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373989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6301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interactions with site content and campaigns have declined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433425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22452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site visitors are converting into paying customers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92861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81888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up, but ROI isn't meeting expectations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552297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4132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hasn't been systematically analyzed for insight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0" y="123444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563" y="1625803"/>
            <a:ext cx="405994" cy="4059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210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63524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9.57%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63524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 — with room to improve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3524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63524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content views across all products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35240" y="4800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3.69 / 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635240" y="5303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review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from the Marketing Manager at ShopEasy Sports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FDEA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Subject: Request for Data Analysis to Improve Marketing Strategy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10149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Data Analyst,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facing some challenges with our marketing campaigns lately. Despite increased investment, we've observed a decline in customer engagement and conversion rates — our marketing spend is up, but the return on investment isn't meeting expectations.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data from customer reviews, social media engagement, and campaign performance metrics. We need a comprehensive analysis to understand what's working, where customers are dropping off, and how we can turn this around.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insights.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Doe, Marketing Manager — ShopEasy Sports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 (KPIs)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metrics used to evaluate marketing performance throughout this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21008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Rate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website visitors who make a purchase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21008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Engagement Rate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interaction with marketing content — clicks, likes, views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63440"/>
            <a:ext cx="685800" cy="68580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47525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636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(AOV)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5486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amount spent by a customer per transaction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3434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66344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7525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636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Feedback Score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5486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 rating from customer reviews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goals shaped the entire analysis, from data cleaning to dashboard design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762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40" y="2268992"/>
            <a:ext cx="527792" cy="527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0" y="1965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874520" y="2011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Conversion Rates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4505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visitors drop off in the funnel and recommend ways to optimize conversion.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7764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40" y="3869192"/>
            <a:ext cx="527792" cy="527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14" name="Text 10"/>
          <p:cNvSpPr/>
          <p:nvPr/>
        </p:nvSpPr>
        <p:spPr>
          <a:xfrm>
            <a:off x="187452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 Customer Engagement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874520" y="40507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content types (blog, social, video) drive the highest engagement.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029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" y="53766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40" y="5469392"/>
            <a:ext cx="527792" cy="527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20" name="Text 15"/>
          <p:cNvSpPr/>
          <p:nvPr/>
        </p:nvSpPr>
        <p:spPr>
          <a:xfrm>
            <a:off x="1874520" y="5212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Customer Feedback Scores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74520" y="56509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recurring themes in reviews — positive and negative — to guide improvements.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1693469"/>
            <a:ext cx="270662" cy="27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18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+ dim_geography — customer profile &amp; location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9" y="2287829"/>
            <a:ext cx="270662" cy="270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212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 — catalog, price, category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9" y="2882189"/>
            <a:ext cx="270662" cy="270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807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fact_customer_journey — funnel events (view, click, purchase)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9" y="3476549"/>
            <a:ext cx="270662" cy="270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401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fact_engagement_data — views, clicks, likes by content type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9" y="4070909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995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fact_customer_reviews — ratings &amp; free-text reviews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400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00800" y="1645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29400" y="182880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554" y="1917954"/>
            <a:ext cx="507492" cy="5074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980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749808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joins &amp; transformation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40080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629400" y="310896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554" y="3198114"/>
            <a:ext cx="507492" cy="5074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(pandas, NLTK)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749808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scoring on reviews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400800" y="4206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629400" y="438912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554" y="4478274"/>
            <a:ext cx="507492" cy="5074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9808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4" name="Text 24"/>
          <p:cNvSpPr/>
          <p:nvPr/>
        </p:nvSpPr>
        <p:spPr>
          <a:xfrm>
            <a:off x="7498080" y="4709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4-page dashboard &amp; DAX measures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Data Cleaning (SQL)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tables had real-world quality issues — each resolved with a dedicated T-SQL query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930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3810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customer + geography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customer profiles with Country/City via LEFT JOIN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363931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7180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483864" y="2286000"/>
            <a:ext cx="731520" cy="73152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962" y="238109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7180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 products by price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9923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 buckets products into Low / Medium / High tiers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639312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16636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67842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522" y="2381098"/>
            <a:ext cx="541325" cy="5413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6636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review text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19379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inconsistent double-spacing from free-text reviews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639312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2376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36092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7872984" y="2286000"/>
            <a:ext cx="731520" cy="73152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8082" y="2381098"/>
            <a:ext cx="541325" cy="5413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6092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engagement data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38835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labels, split combined Views-Clicks field, filtered Newsletter rows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2016" y="3639312"/>
            <a:ext cx="201168" cy="20116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1832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55548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Shape 24"/>
          <p:cNvSpPr/>
          <p:nvPr/>
        </p:nvSpPr>
        <p:spPr>
          <a:xfrm>
            <a:off x="1006754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2642" y="2381098"/>
            <a:ext cx="541325" cy="5413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55548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De-duplicate customer journey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958291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+ PARTITION BY removed duplicates; AVG() OVER imputed missing durations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Sentiment Analysis (Python)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were scored and categorized using NLTK's VADER, combined with star ratings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801" y="22498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Reviews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pyodbc pull cleaned reviews from SQL Server into pandas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54787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11" name="Shape 7"/>
          <p:cNvSpPr/>
          <p:nvPr/>
        </p:nvSpPr>
        <p:spPr>
          <a:xfrm>
            <a:off x="42519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001" y="224988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Sentiment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VADER computes a compound SentimentScore from -1 (negative) to 1 (positive)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54787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264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17" name="Shape 11"/>
          <p:cNvSpPr/>
          <p:nvPr/>
        </p:nvSpPr>
        <p:spPr>
          <a:xfrm>
            <a:off x="69951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201" y="2249881"/>
            <a:ext cx="575158" cy="5751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636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3093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star Rating combine into a SentimentCategory: Positive, Negative, Mixed Positive, Mixed Negative, Neutral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547872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696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23" name="Shape 15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9401" y="2249881"/>
            <a:ext cx="575158" cy="5751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068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Back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90525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data exported to CSV and written to a new SQL table for Power BI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ctr" indent="0" marL="0">
              <a:buNone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1,363 customer reviews scored, categorized, and ready for trend analysis in Power BI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page summarizing conversion, social media, and customer review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8010144" cy="4531394"/>
          </a:xfrm>
          <a:prstGeom prst="roundRect">
            <a:avLst>
              <a:gd name="adj" fmla="val 1211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5" name="Image 0" descr="asse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3850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4630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15400" y="1536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9.57%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49840" y="1536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2450592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15400" y="2523744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49840" y="2523744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732520" y="3438144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15400" y="3511296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149840" y="3511296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32520" y="44256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15400" y="449884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414K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149840" y="449884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32520" y="541324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15400" y="548640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3.69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149840" y="548640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Conversion &amp; Social Media Details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85216" y="1133856"/>
            <a:ext cx="5458968" cy="3071480"/>
          </a:xfrm>
          <a:prstGeom prst="roundRect">
            <a:avLst>
              <a:gd name="adj" fmla="val 1786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4" name="Image 0" descr="assets/conve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349240" cy="296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28763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funnel: View → Click → Drop-off → Purchase, by product and month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08776" y="1133856"/>
            <a:ext cx="5458968" cy="3072384"/>
          </a:xfrm>
          <a:prstGeom prst="roundRect">
            <a:avLst>
              <a:gd name="adj" fmla="val 1786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7" name="Image 1" descr="assets/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349240" cy="2962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28853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trends and content-type performance (Blog, Social Media, Video)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Customer Reviews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distribution, monthly trends, and rating vs. review-count by sentiment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8010144" cy="4525488"/>
          </a:xfrm>
          <a:prstGeom prst="roundRect">
            <a:avLst>
              <a:gd name="adj" fmla="val 1212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5" name="Image 0" descr="assets/re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37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4630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15400" y="1746504"/>
            <a:ext cx="274320" cy="274320"/>
          </a:xfrm>
          <a:prstGeom prst="ellipse">
            <a:avLst/>
          </a:prstGeom>
          <a:solidFill>
            <a:srgbClr val="1F9D7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0" y="1536192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87000" y="1536192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50592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15400" y="2734056"/>
            <a:ext cx="274320" cy="2743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0" y="2523744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287000" y="2523744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15400" y="3721608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0" y="3511296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287000" y="3511296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Negative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32520" y="44256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15400" y="470916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4498848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0287000" y="4498848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Positive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32520" y="541324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15400" y="5696712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4" name="Text 21"/>
          <p:cNvSpPr/>
          <p:nvPr/>
        </p:nvSpPr>
        <p:spPr>
          <a:xfrm>
            <a:off x="9326880" y="548640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0287000" y="5486400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conversion swings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peaks in September (~12.2%) and dips mid-year — campaign timing matters.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177485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product winners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492240" y="2468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 Stick and Ski Boots convert best (~15%); Soccer Ball and Swim Goggles convert lowest (~6%).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34340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442661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softening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6012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trend downward across the year even as clicks/likes stay flat — an early content-fatigue signal.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40233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42661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is mostly positive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49224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of reviews are Positive, but a meaningful Mixed Negative share warrants per-product monitoring.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the ShopEasy Sports marketing team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1043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campaign timing around high-converting months like September; investigate what drove the mid-year dip.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182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" y="3253435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63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content investment toward formats and products proven to drive engagement (e.g. video for top-converting products).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4325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396435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06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alerts on Mixed Negative sentiment by product to catch quality or service issues before they spread.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5468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553943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declining-engagement content categories to counter the downward view trend identified in Social Media Details.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55448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16614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5087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SQL scripts, Python sentiment pipeline, and the Power BI dashboard — available on GitHub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github.com/your-username/sports-retail-market-analysis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Retail Marketing Analytics — Business Case</dc:title>
  <dc:subject>PptxGenJS Presentation</dc:subject>
  <dc:creator>Data Analyst</dc:creator>
  <cp:lastModifiedBy>Data Analyst</cp:lastModifiedBy>
  <cp:revision>1</cp:revision>
  <dcterms:created xsi:type="dcterms:W3CDTF">2026-06-19T11:05:30Z</dcterms:created>
  <dcterms:modified xsi:type="dcterms:W3CDTF">2026-06-19T11:05:30Z</dcterms:modified>
</cp:coreProperties>
</file>